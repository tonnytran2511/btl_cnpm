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05f67470a14197" /><Relationship Type="http://schemas.openxmlformats.org/officeDocument/2006/relationships/extended-properties" Target="/docProps/app.xml" Id="Rb7506b83e23b4021" /><Relationship Type="http://schemas.openxmlformats.org/officeDocument/2006/relationships/officeDocument" Target="/ppt/presentation.xml" Id="R09a17ef2ef4b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9451a4e3c48ae"/>
  </p:sldMasterIdLst>
  <p:notesMasterIdLst>
    <p:notesMasterId xmlns:r="http://schemas.openxmlformats.org/officeDocument/2006/relationships" r:id="R8eaa9200ec6048ff"/>
  </p:notesMasterIdLst>
  <p:sldIdLst>
    <p:sldId xmlns:r="http://schemas.openxmlformats.org/officeDocument/2006/relationships" id="256" r:id="Rc14af8fb12b9449d"/>
    <p:sldId xmlns:r="http://schemas.openxmlformats.org/officeDocument/2006/relationships" id="257" r:id="Rc7eb00f7e0cd4653"/>
    <p:sldId xmlns:r="http://schemas.openxmlformats.org/officeDocument/2006/relationships" id="258" r:id="R4ef3e21e2ceb4c2a"/>
    <p:sldId xmlns:r="http://schemas.openxmlformats.org/officeDocument/2006/relationships" id="259" r:id="R2748992f2540436d"/>
    <p:sldId xmlns:r="http://schemas.openxmlformats.org/officeDocument/2006/relationships" id="260" r:id="R5170f30de7a34150"/>
    <p:sldId xmlns:r="http://schemas.openxmlformats.org/officeDocument/2006/relationships" id="261" r:id="R1030722ffef64a1b"/>
    <p:sldId xmlns:r="http://schemas.openxmlformats.org/officeDocument/2006/relationships" id="262" r:id="Rf808df317c174c6b"/>
    <p:sldId xmlns:r="http://schemas.openxmlformats.org/officeDocument/2006/relationships" id="263" r:id="R55ddc7bbf64b4606"/>
    <p:sldId xmlns:r="http://schemas.openxmlformats.org/officeDocument/2006/relationships" id="264" r:id="R086d5eb4e4884905"/>
    <p:sldId xmlns:r="http://schemas.openxmlformats.org/officeDocument/2006/relationships" id="265" r:id="R9f7a1cf4ab8542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95233b76854465" /><Relationship Type="http://schemas.openxmlformats.org/officeDocument/2006/relationships/slideMaster" Target="/ppt/slideMasters/slideMaster1.xml" Id="R9749451a4e3c48ae" /><Relationship Type="http://schemas.openxmlformats.org/officeDocument/2006/relationships/notesMaster" Target="/ppt/notesMasters/notesMaster1.xml" Id="R8eaa9200ec6048ff" /><Relationship Type="http://schemas.openxmlformats.org/officeDocument/2006/relationships/presProps" Target="/ppt/presProps.xml" Id="R4ad6014c6fc44521" /><Relationship Type="http://schemas.openxmlformats.org/officeDocument/2006/relationships/tableStyles" Target="/ppt/tableStyles.xml" Id="Ra93de9813d614a54" /><Relationship Type="http://schemas.openxmlformats.org/officeDocument/2006/relationships/slide" Target="/ppt/slides/slide1.xml" Id="Rc14af8fb12b9449d" /><Relationship Type="http://schemas.openxmlformats.org/officeDocument/2006/relationships/slide" Target="/ppt/slides/slide2.xml" Id="Rc7eb00f7e0cd4653" /><Relationship Type="http://schemas.openxmlformats.org/officeDocument/2006/relationships/slide" Target="/ppt/slides/slide3.xml" Id="R4ef3e21e2ceb4c2a" /><Relationship Type="http://schemas.openxmlformats.org/officeDocument/2006/relationships/slide" Target="/ppt/slides/slide4.xml" Id="R2748992f2540436d" /><Relationship Type="http://schemas.openxmlformats.org/officeDocument/2006/relationships/slide" Target="/ppt/slides/slide5.xml" Id="R5170f30de7a34150" /><Relationship Type="http://schemas.openxmlformats.org/officeDocument/2006/relationships/slide" Target="/ppt/slides/slide6.xml" Id="R1030722ffef64a1b" /><Relationship Type="http://schemas.openxmlformats.org/officeDocument/2006/relationships/slide" Target="/ppt/slides/slide7.xml" Id="Rf808df317c174c6b" /><Relationship Type="http://schemas.openxmlformats.org/officeDocument/2006/relationships/slide" Target="/ppt/slides/slide8.xml" Id="R55ddc7bbf64b4606" /><Relationship Type="http://schemas.openxmlformats.org/officeDocument/2006/relationships/slide" Target="/ppt/slides/slide9.xml" Id="R086d5eb4e4884905" /><Relationship Type="http://schemas.openxmlformats.org/officeDocument/2006/relationships/slide" Target="/ppt/slides/slide10.xml" Id="R9f7a1cf4ab85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719eb9a74e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507e31c72543d5" /><Relationship Type="http://schemas.openxmlformats.org/officeDocument/2006/relationships/notesMaster" Target="/ppt/notesMasters/notesMaster1.xml" Id="Rfbd9c7d9cddb4c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df8035be845ab" /><Relationship Type="http://schemas.openxmlformats.org/officeDocument/2006/relationships/notesMaster" Target="/ppt/notesMasters/notesMaster1.xml" Id="R6277fea4f3b04b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257e3ea37742f0" /><Relationship Type="http://schemas.openxmlformats.org/officeDocument/2006/relationships/notesMaster" Target="/ppt/notesMasters/notesMaster1.xml" Id="R92ad664eea5b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3299c7a1d345d1" /><Relationship Type="http://schemas.openxmlformats.org/officeDocument/2006/relationships/notesMaster" Target="/ppt/notesMasters/notesMaster1.xml" Id="Rf4b997b2654540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0d90263afc48d8" /><Relationship Type="http://schemas.openxmlformats.org/officeDocument/2006/relationships/notesMaster" Target="/ppt/notesMasters/notesMaster1.xml" Id="R1cc5366c2d4741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55829b3cd5409f" /><Relationship Type="http://schemas.openxmlformats.org/officeDocument/2006/relationships/notesMaster" Target="/ppt/notesMasters/notesMaster1.xml" Id="R3fd572c567e744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016f768e224489" /><Relationship Type="http://schemas.openxmlformats.org/officeDocument/2006/relationships/notesMaster" Target="/ppt/notesMasters/notesMaster1.xml" Id="R739c1a435e814d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f94be183584d23" /><Relationship Type="http://schemas.openxmlformats.org/officeDocument/2006/relationships/notesMaster" Target="/ppt/notesMasters/notesMaster1.xml" Id="R9f38ffb5e8604d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2b7efe0ed84299" /><Relationship Type="http://schemas.openxmlformats.org/officeDocument/2006/relationships/notesMaster" Target="/ppt/notesMasters/notesMaster1.xml" Id="R308deccd66c648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2f3a4b2336465b" /><Relationship Type="http://schemas.openxmlformats.org/officeDocument/2006/relationships/notesMaster" Target="/ppt/notesMasters/notesMaster1.xml" Id="Re302f548712a4f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Tường, 00:00–00:30. Giới thiệu nhóm năm người và mục tiêu điều phối tài nguyên điện trong ĐHQG–HCM. Nguồn: Assignment_SoftwareEngineering_HK261.pdf, docs/reports/system-report.md §1.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Tường, 00:30–01:30. Sinh viên sở hữu lượt đặt/chuyến/xe cá nhân. Operator quản lý tài nguyên chung. Scheduler/database là thành phần bên trong ranh giới hệ thống. Dữ liệu giả lập được phép, UI đọc trạng thái qua API. Nguồn: system-report.md §1–2, use-cases.md.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Tường, 01:30–03:00. AuthGuard chạy trước DTO/controller. Backend service quyết định quyền và trạng thái, repository giữ SQL. Trip/Operations gọi AllocationPort và service owner với cùng PoolClient. Monolith theo module giảm distributed transaction, đổi lại phải review migration/lock order chung. Nguồn: docs/architecture.md, docs/diagrams/integrated-design.md,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Duy Tân, 03:00–06:00. available → reserved → in_use → available. Hủy/hết hạn nhả xe. Pickup kiểm tra expiry/pin/incident/Hub sau khóa. Return chỉ completed sau khi claim chỗ đích. Unique active reservation và actor/operation idempotency chặn hiệu ứng trùng. Hub gợi ý không giữ chỗ. Nguồn: docs/use-cases.md UC03–06, trip/reservation/rental-hardening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 Anh, 06:00–09:00. Lịch [start,end) tách vị trí vật lý, xe quá giờ vẫn occupied. Priority dựa maximum wait, requiredBy, low battery và tie-break từ settings. queued chưa giữ xe; scheduled giữ cổng và xe thuê charging. Complete/cancel khi đã chạy cần pin quan sát. Hỏng chưa đạt target requeue giữ createdAt; repair không hồi sinh session cũ. Nguồn: allocation-safety.md, charging-scheduler.md, charging-failure-recovery.md.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Quỳnh Anh, 09:00–11:30. Create pending chưa di chuyển xe; start giữ xe redistributing. Complete release nguồn/claim đích/cập nhật xe/order/log trong cùng transaction. Đích đầy rollback giữ in_progress, không log completed giả. Incident xe chặn cấp mới, không tự cứu hộ trip. Hub inactive không tự hủy cam kết cũ. Nguồn: docs/architecture.md, operations.test.mjs và demo/evidence/week23/operations.png.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Khuê, 11:30–14:30. demand_surge: xe rời một lần. parking_full: arrivals giữ chỗ hết horizon. charging_failure: service time thử công khai, không tính năng lượng thật. Cùng snapshot/seed/params/limits/model tái lập. LCG stochastic rounding, không Poisson. Recommendation không giữ tài nguyên, thực thi qua lệnh riêng và revalidate. History key mới có thể lấy snapshot khác. Nguồn: docs/scenarios.md, scenarios.test.mjs, scenarios-check.mjs.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 giới thiệu kiểm thử trước video và giải thích trong phần kết 17:30–20:00. Lần cài mới 17:41 ngày 28/10: 130 backend + 62 frontend pass. 32 route families × anonymous/student là 64 responses trong một regression, không cộng thành 64 tests. W23-R01 kiểm tra shutdown với HMR socket thật và dọn DB tạm. Không suy ra mọi interleaving/NFR tải đã đạt. Nguồn: docs/test-runs/2026-10-28-release.md, traceability và tests/release-check.mjs/demo-shutdown.test.mjs.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Video 14:30–17:30. Đây là trang chuẩn bị, chưa nhúng video final. Nhóm quay/ghép 180 giây, kiểm tra offline/âm thanh/chữ và tránh lộ credentials. Không live demo theo Guideline and Rubric.pdf §7. Storyboard tại docs/reports/week2-week3-delivery.md. Sau khi nhúng video thật, bỏ câu trạng thái chuẩn bị trên bản bảo vệ.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Tường, 17:30–20:00. Giới hạn model chưa hiệu chuẩn, chưa telemetry/hao pin, chưa cứu hộ trip hoặc tự phân bổ sạc, chưa đo tải/máy khác. Codex hỗ trợ code/review/test/tài liệu; mỗi thành viên phải đọc, xác nhận và giải thích phần mình. Peer review/rehearsal/nộp bài cần bằng chứng riêng. Nguồn: docs/reports/system-report.md §5–6, docs/ai-usage.md.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cdeeb131145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778aaa55c41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4871944dd46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40a070a3747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2676673eb46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c9b19411545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D8904E-7573-4652-BB9E-5583BFF86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302889-7DE3-4067-8BB5-94AFD1EC8F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ADD539-22A6-4960-B6A2-1D55505B06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84C442-6CAE-43D9-AC06-2C4068309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0E0A49-A613-4F90-82BC-70054F6C47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990400-5F47-4799-BACD-C7D7AE0AC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38D545-1ABC-49D2-A842-53D61B6943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703855-9DF6-4FEF-BB9B-72FD5C82A4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F49B07-90E2-4CB4-A1E6-081E73A89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30E46D-B19C-4B96-8A1C-C225981C0D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a69be7dd984374" /><Relationship Type="http://schemas.openxmlformats.org/officeDocument/2006/relationships/slideLayout" Target="/ppt/slideLayouts/slideLayout1.xml" Id="R5cfd3cab7be44aa4" /><Relationship Type="http://schemas.openxmlformats.org/officeDocument/2006/relationships/slideLayout" Target="/ppt/slideLayouts/slideLayout2.xml" Id="Ra64d9333944c4c26" /><Relationship Type="http://schemas.openxmlformats.org/officeDocument/2006/relationships/slideLayout" Target="/ppt/slideLayouts/slideLayout3.xml" Id="Reba93d5eb929446e" /><Relationship Type="http://schemas.openxmlformats.org/officeDocument/2006/relationships/slideLayout" Target="/ppt/slideLayouts/slideLayout4.xml" Id="R9a37c00a64464750" /><Relationship Type="http://schemas.openxmlformats.org/officeDocument/2006/relationships/slideLayout" Target="/ppt/slideLayouts/slideLayout5.xml" Id="Rc67766621ec34711" /><Relationship Type="http://schemas.openxmlformats.org/officeDocument/2006/relationships/slideLayout" Target="/ppt/slideLayouts/slideLayout6.xml" Id="Rf066ae75bbc74c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fd3cab7be44aa4"/>
    <p:sldLayoutId xmlns:r="http://schemas.openxmlformats.org/officeDocument/2006/relationships" id="2147483650" r:id="Ra64d9333944c4c26"/>
    <p:sldLayoutId xmlns:r="http://schemas.openxmlformats.org/officeDocument/2006/relationships" id="2147483651" r:id="Reba93d5eb929446e"/>
    <p:sldLayoutId xmlns:r="http://schemas.openxmlformats.org/officeDocument/2006/relationships" id="2147483652" r:id="R9a37c00a64464750"/>
    <p:sldLayoutId xmlns:r="http://schemas.openxmlformats.org/officeDocument/2006/relationships" id="2147483653" r:id="Rc67766621ec34711"/>
    <p:sldLayoutId xmlns:r="http://schemas.openxmlformats.org/officeDocument/2006/relationships" id="2147483654" r:id="Rf066ae75bbc74c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4b3838dc34afe" /><Relationship Type="http://schemas.openxmlformats.org/officeDocument/2006/relationships/notesSlide" Target="/ppt/notesSlides/notesSlide1.xml" Id="R779d3e6f094945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6bc6d86ac453f" /><Relationship Type="http://schemas.openxmlformats.org/officeDocument/2006/relationships/notesSlide" Target="/ppt/notesSlides/notesSlide2.xml" Id="Re679c529e27747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23654756640ea" /><Relationship Type="http://schemas.openxmlformats.org/officeDocument/2006/relationships/notesSlide" Target="/ppt/notesSlides/notesSlide3.xml" Id="Rd6eb147a8fab48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bcb7797be4369" /><Relationship Type="http://schemas.openxmlformats.org/officeDocument/2006/relationships/notesSlide" Target="/ppt/notesSlides/notesSlide4.xml" Id="R930e90729c184d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6870516f8405a" /><Relationship Type="http://schemas.openxmlformats.org/officeDocument/2006/relationships/notesSlide" Target="/ppt/notesSlides/notesSlide5.xml" Id="Rd3cedfd0593542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077154713345f3" /><Relationship Type="http://schemas.openxmlformats.org/officeDocument/2006/relationships/notesSlide" Target="/ppt/notesSlides/notesSlide6.xml" Id="R37f56f9e16f14a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9fb47d7034b8a" /><Relationship Type="http://schemas.openxmlformats.org/officeDocument/2006/relationships/notesSlide" Target="/ppt/notesSlides/notesSlide7.xml" Id="R0add3145583948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40bd50c8564130" /><Relationship Type="http://schemas.openxmlformats.org/officeDocument/2006/relationships/notesSlide" Target="/ppt/notesSlides/notesSlide8.xml" Id="Rc6aeefe5a2dd4e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2aba660f834907" /><Relationship Type="http://schemas.openxmlformats.org/officeDocument/2006/relationships/notesSlide" Target="/ppt/notesSlides/notesSlide9.xml" Id="Ra00d371d0226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a70ae763243b9" /><Relationship Type="http://schemas.openxmlformats.org/officeDocument/2006/relationships/notesSlide" Target="/ppt/notesSlides/notesSlide10.xml" Id="R4bea70014bd448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3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D5FCB-1AA6-47CA-881E-545B9564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668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E-Mobility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5EA50-9D65-46CC-AE92-B11F36B9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A6DDC9"/>
                </a:solidFill>
                <a:latin typeface="Aptos"/>
                <a:ea typeface="Aptos"/>
                <a:cs typeface="Aptos"/>
              </a:rPr>
              <a:t>Điều phối xe điện, chỗ đỗ và sạc</a:t>
            </a:r>
          </a:p>
          <a:p xmlns:a="http://schemas.openxmlformats.org/drawingml/2006/main">
            <a: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A6DDC9"/>
                </a:solidFill>
                <a:latin typeface="Aptos"/>
                <a:ea typeface="Aptos"/>
                <a:cs typeface="Aptos"/>
              </a:rPr>
              <a:t>Công nghệ phần mềm HK261</a:t>
            </a:r>
          </a:p>
        </p:txBody>
      </p:sp>
    </p:spTree>
    <p:extLst>
      <p:ext uri="{BB962C8B-B14F-4D97-AF65-F5344CB8AC3E}">
        <p14:creationId xmlns:p14="http://schemas.microsoft.com/office/powerpoint/2010/main" val="1303994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C0D2D-8B4A-4AD3-BEA1-39099383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Người dùng và 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F694A-B713-48DB-BC73-E2243BE3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Sinh viên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BC7D7-252B-4E77-8BC8-6D48A8CA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48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Tìm xe đủ pin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Đặt, nhận và trả xe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Xe cá nhân, đỗ và yêu cầu sạc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22B2F-0195-4544-961E-9CACCD55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Người vận hành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D44ED-D7CC-4472-B500-6446BF1A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953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Theo dõi và cấu hình tài nguyên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Điều phối sạc, sự cố, điều chuyển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Mô phỏng trước quyết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22B84-876A-493D-8C15-AFF9E1CC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63943"/>
                </a:solidFill>
                <a:latin typeface="Aptos"/>
                <a:ea typeface="Aptos"/>
                <a:cs typeface="Aptos"/>
              </a:rPr>
              <a:t>Dữ liệu giả lập có cấu hình. Thanh toán, IoT thật và ML nằm ngoài phạm vi.</a:t>
            </a:r>
          </a:p>
        </p:txBody>
      </p:sp>
    </p:spTree>
    <p:extLst>
      <p:ext uri="{BB962C8B-B14F-4D97-AF65-F5344CB8AC3E}">
        <p14:creationId xmlns:p14="http://schemas.microsoft.com/office/powerpoint/2010/main" val="1090499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CBDF5-4DE7-493E-A921-85DCC84C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Kiến trúc và quyền quyết định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CF74F-6C51-428C-AD2C-2C6F6942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857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React UI và hooks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23DFD-F0AA-4BCF-B54C-A2DBBCA0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953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UI hiển thị và nối handler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Hooks quản lý tương tác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API client dùng cookie và deadline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82E5C-A4DE-434D-B727-D4E8C11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NestJS và PostgreSQL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42810-C4D1-4304-AB94-90B756DB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4953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Guard xác thực, service quyết định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Repository giữ SQL và transaction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Contract TypeScript dùng chung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2D2B-9F78-4D27-ABF9-72A57EBC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63943"/>
                </a:solidFill>
                <a:latin typeface="Aptos"/>
                <a:ea typeface="Aptos"/>
                <a:cs typeface="Aptos"/>
              </a:rPr>
              <a:t>Module sở hữu tài nguyên. Mutation xuyên module dùng chung transaction.</a:t>
            </a:r>
          </a:p>
        </p:txBody>
      </p:sp>
    </p:spTree>
    <p:extLst>
      <p:ext uri="{BB962C8B-B14F-4D97-AF65-F5344CB8AC3E}">
        <p14:creationId xmlns:p14="http://schemas.microsoft.com/office/powerpoint/2010/main" val="1284856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978CD-4C79-4601-A352-BDE957F1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Vòng đời thuê 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18216-390D-4010-ABB8-5F2D8BDB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Giữ xe có thời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7669C-A3D5-41AB-9155-98A678F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Transaction và unique constraint chặn đặt trùng.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Hủy hoặc hết hạn giải phóng quyền giữ xe.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117EF-4C14-4075-BB31-D9910C95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Nhận và trả nguyên tử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C9FC7-B0F3-42ED-8378-1CA31C96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Trip, xe và chỗ đỗ cùng commit.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Đích đầy giữ trip active, gợi ý Hub khác để thử lại.</a:t>
            </a:r>
          </a:p>
        </p:txBody>
      </p:sp>
    </p:spTree>
    <p:extLst>
      <p:ext uri="{BB962C8B-B14F-4D97-AF65-F5344CB8AC3E}">
        <p14:creationId xmlns:p14="http://schemas.microsoft.com/office/powerpoint/2010/main" val="40985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822BE-A634-4E68-82B2-248125C8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Lịch đỗ và vòng đời sạc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ADB05-B9BA-4365-A10E-D4E8FE27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Lịch khác vị trí vật lý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4A5AA-28C9-49DE-8424-54956BF5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Đặt tương lai không chiếm chỗ ngay.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Check-in và check-out xác nhận xe đang ở đâu.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AA0EA-1EDA-4ABA-8341-C0E5DE73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Ưu tiên theo cấu hình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3719D-7C1C-4F0F-B8EE-866B6980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Chờ lâu, cần xe sớm và pin thấp.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Cổng hỏng gián đoạn phiên, nhu cầu chưa đủ pin trở lại hàng chờ.</a:t>
            </a:r>
          </a:p>
        </p:txBody>
      </p:sp>
    </p:spTree>
    <p:extLst>
      <p:ext uri="{BB962C8B-B14F-4D97-AF65-F5344CB8AC3E}">
        <p14:creationId xmlns:p14="http://schemas.microsoft.com/office/powerpoint/2010/main" val="2100193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E76AA-EF22-4FB3-8F56-5F2D2129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Điều chuyển và xử lý sự cố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4F0A4-3ABE-4225-9B7B-8702EE75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Nguồn và đích được kiểm tra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034FC-18AF-4CD1-9170-03EBE2FE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Xe đang thuê hoặc sạc không thể điều chuyển.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Đích đầy làm rollback toàn bộ thao tác hoàn tất.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E0FB2-D126-4F9C-A527-4DF26266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Nhật ký cùng transaction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967A7-C710-4960-B89E-E9CE232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Actor, thời gian và chuyển trạng thái truy vết được.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Cứu hộ chuyến đang chạy còn ngoài phạm vi.</a:t>
            </a:r>
          </a:p>
        </p:txBody>
      </p:sp>
    </p:spTree>
    <p:extLst>
      <p:ext uri="{BB962C8B-B14F-4D97-AF65-F5344CB8AC3E}">
        <p14:creationId xmlns:p14="http://schemas.microsoft.com/office/powerpoint/2010/main" val="1949267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72D25-C273-48AE-BB0F-EC05CE4E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What-if trên snapshot chỉ đọc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5D7DC-471C-4467-96C2-732593F8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Tăng nhu cầu, hết chỗ và hỏng cổng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C5773-36A7-48A6-910D-B72E7D67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Baseline và scenario cùng snapshot, seed và mô hình.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Timeline, chỉ số và đề xuất có căn cứ tài nguyên.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Kết quả lưu riêng, không thay đổi vận hành.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28D20-FA81-47E3-A635-C19A7AC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63943"/>
                </a:solidFill>
                <a:latin typeface="Aptos"/>
                <a:ea typeface="Aptos"/>
                <a:cs typeface="Aptos"/>
              </a:rPr>
              <a:t>Mô hình chưa hiệu chuẩn. Thực thi đề xuất phải qua service và kiểm tra trạng thái mới.</a:t>
            </a:r>
          </a:p>
        </p:txBody>
      </p:sp>
    </p:spTree>
    <p:extLst>
      <p:ext uri="{BB962C8B-B14F-4D97-AF65-F5344CB8AC3E}">
        <p14:creationId xmlns:p14="http://schemas.microsoft.com/office/powerpoint/2010/main" val="734836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CA96C-AA1F-41AD-BA35-DA9F2188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Bằng chứng kiểm thử tích hợp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ED3D5-A985-4738-BF57-6115B40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668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130 backend + 62 frontend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2293A-6305-424D-9EC1-9E9BAF9F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PostgreSQL / HTTP thật và Vitest / jsdom.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Chuỗi một xe qua thuê, sạc, gián đoạn và điều chuyển.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64 phản hồi kiểm tra quyền trên 32 nhóm endpoint.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11584-E798-44F5-9CB9-D52963B0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63943"/>
                </a:solidFill>
                <a:latin typeface="Aptos"/>
                <a:ea typeface="Aptos"/>
                <a:cs typeface="Aptos"/>
              </a:rPr>
              <a:t>Phạm vi test và hạn chế ghi trong execution log. Chưa đo tải hoặc nghiệm thu máy khác.</a:t>
            </a:r>
          </a:p>
        </p:txBody>
      </p:sp>
    </p:spTree>
    <p:extLst>
      <p:ext uri="{BB962C8B-B14F-4D97-AF65-F5344CB8AC3E}">
        <p14:creationId xmlns:p14="http://schemas.microsoft.com/office/powerpoint/2010/main" val="989633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F3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C49C6-A3C2-4006-8B34-DB60D752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66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Video demo quay sẵn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4E441-DF04-4DAA-BA8D-902ACD63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668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defPPr>
            <a:lvl1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1pPr>
            <a:lvl2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2pPr>
            <a:lvl3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3pPr>
            <a:lvl4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4pPr>
            <a:lvl5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5pPr>
            <a:lvl6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6pPr>
            <a:lvl7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7pPr>
            <a:lvl8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8pPr>
            <a:lvl9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pPr>
            <a:r>
              <a:rPr sz="6750" b="1">
                <a:solidFill>
                  <a:srgbClr val="A6DDC9"/>
                </a:solidFill>
                <a:latin typeface="Aptos"/>
                <a:ea typeface="Aptos"/>
                <a:cs typeface="Aptos"/>
              </a:rPr>
              <a:t>03:00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D9EE4-DFBE-4A32-AB0A-5A302319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>
                <a:solidFill>
                  <a:srgbClr val="FFFFFF"/>
                </a:solidFill>
                <a:latin typeface="Aptos"/>
                <a:ea typeface="Aptos"/>
                <a:cs typeface="Aptos"/>
              </a:rPr>
              <a:t>Thuê và trả xe. Đỗ và sạc.</a:t>
            </a:r>
          </a:p>
          <a:p xmlns:a="http://schemas.openxmlformats.org/drawingml/2006/main">
            <a: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>
                <a:solidFill>
                  <a:srgbClr val="FFFFFF"/>
                </a:solidFill>
                <a:latin typeface="Aptos"/>
                <a:ea typeface="Aptos"/>
                <a:cs typeface="Aptos"/>
              </a:rPr>
              <a:t>Vận hành và What-if.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87CBB-778D-4B68-8120-923AB15D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defPPr>
            <a:lvl1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1pPr>
            <a:lvl2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2pPr>
            <a:lvl3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3pPr>
            <a:lvl4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4pPr>
            <a:lvl5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5pPr>
            <a:lvl6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6pPr>
            <a:lvl7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7pPr>
            <a:lvl8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8pPr>
            <a:lvl9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A6DDC9"/>
                </a:solidFill>
                <a:latin typeface="Aptos"/>
                <a:ea typeface="Aptos"/>
                <a:cs typeface="Aptos"/>
              </a:rPr>
              <a:t>Bản chuẩn bị: nhóm bổ sung video đã quay trước buổi bảo vệ.</a:t>
            </a:r>
          </a:p>
        </p:txBody>
      </p:sp>
    </p:spTree>
    <p:extLst>
      <p:ext uri="{BB962C8B-B14F-4D97-AF65-F5344CB8AC3E}">
        <p14:creationId xmlns:p14="http://schemas.microsoft.com/office/powerpoint/2010/main" val="19703088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56BC1-524C-4414-B6DD-D4C106BA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Giới hạn và trách nhiệm của nhóm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85A32-358A-4DC0-B152-02415B96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Mô hình và vận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A040D-B258-44CC-AFE8-971E74F6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68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Chưa hiệu chuẩn nhu cầu hoặc mô phỏng năng lượng thật.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Chưa đo tải production, cứu hộ trip hoặc tự phân bổ sạc.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6A9D9-73FE-4CB3-A366-EDA5CD75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Generative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08833-4FA5-4094-B7A5-18A5D716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66800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Codex hỗ trợ code, review, test và tài liệu.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Mỗi thành viên đọc, xác nhận và giải thích phần mình.</a:t>
            </a:r>
          </a:p>
        </p:txBody>
      </p:sp>
    </p:spTree>
    <p:extLst>
      <p:ext uri="{BB962C8B-B14F-4D97-AF65-F5344CB8AC3E}">
        <p14:creationId xmlns:p14="http://schemas.microsoft.com/office/powerpoint/2010/main" val="701713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2026-10-28T10:43:44.6090000Z</dcterms:created>
  <dcterms:modified xsi:type="dcterms:W3CDTF">2026-10-28T10:43:44.6090000Z</dcterms:modified>
</coreProperties>
</file>